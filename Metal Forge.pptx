
<file path=[Content_Types].xml><?xml version="1.0" encoding="utf-8"?>
<Types xmlns="http://schemas.openxmlformats.org/package/2006/content-types">
  <Default Extension="JPEG" ContentType="image/jpeg"/>
  <Default Extension="jpg" ContentType="image/jpe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>
  <p:sldMasterIdLst>
    <p:sldMasterId id="2147483660" r:id="rId1"/>
  </p:sldMasterIdLst>
  <p:sldIdLst>
    <p:sldId id="258" r:id="rId2"/>
    <p:sldId id="256" r:id="rId3"/>
    <p:sldId id="257" r:id="rId4"/>
    <p:sldId id="262" r:id="rId5"/>
    <p:sldId id="263" r:id="rId6"/>
    <p:sldId id="259" r:id="rId7"/>
    <p:sldId id="260" r:id="rId8"/>
    <p:sldId id="261" r:id="rId9"/>
  </p:sldIdLst>
  <p:sldSz cx="10287000" cy="18288000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/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clrMru>
    <a:srgbClr val="F05423"/>
    <a:srgbClr val="121212"/>
  </p:clrMru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32767"/>
    </p:ext>
    <p:ext uri="{FD5EFAAD-0ECE-453E-9831-46B23BE46B34}">
      <p15:chartTrackingRefBased xmlns:p15="http://schemas.microsoft.com/office/powerpoint/2012/main" val="1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 horzBarState="maximized">
    <p:restoredLeft sz="16014" autoAdjust="0"/>
    <p:restoredTop sz="94660"/>
  </p:normalViewPr>
  <p:slideViewPr>
    <p:cSldViewPr snapToGrid="0">
      <p:cViewPr varScale="1">
        <p:scale>
          <a:sx n="59" d="100"/>
          <a:sy n="59" d="100"/>
        </p:scale>
        <p:origin x="1266" y="90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slide" Target="slides/slide7.xml"/><Relationship Id="rId13" Type="http://schemas.openxmlformats.org/officeDocument/2006/relationships/tableStyles" Target="tableStyles.xml"/><Relationship Id="rId3" Type="http://schemas.openxmlformats.org/officeDocument/2006/relationships/slide" Target="slides/slide2.xml"/><Relationship Id="rId7" Type="http://schemas.openxmlformats.org/officeDocument/2006/relationships/slide" Target="slides/slide6.xml"/><Relationship Id="rId12" Type="http://schemas.openxmlformats.org/officeDocument/2006/relationships/theme" Target="theme/theme1.xml"/><Relationship Id="rId2" Type="http://schemas.openxmlformats.org/officeDocument/2006/relationships/slide" Target="slides/slide1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1" Type="http://schemas.openxmlformats.org/officeDocument/2006/relationships/viewProps" Target="viewProps.xml"/><Relationship Id="rId5" Type="http://schemas.openxmlformats.org/officeDocument/2006/relationships/slide" Target="slides/slide4.xml"/><Relationship Id="rId10" Type="http://schemas.openxmlformats.org/officeDocument/2006/relationships/presProps" Target="presProps.xml"/><Relationship Id="rId4" Type="http://schemas.openxmlformats.org/officeDocument/2006/relationships/slide" Target="slides/slide3.xml"/><Relationship Id="rId9" Type="http://schemas.openxmlformats.org/officeDocument/2006/relationships/slide" Target="slides/slide8.xml"/></Relationship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771525" y="2992968"/>
            <a:ext cx="8743950" cy="6366933"/>
          </a:xfrm>
        </p:spPr>
        <p:txBody>
          <a:bodyPr anchor="b"/>
          <a:lstStyle>
            <a:lvl1pPr algn="ctr">
              <a:defRPr sz="6750"/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285875" y="9605435"/>
            <a:ext cx="7715250" cy="4415365"/>
          </a:xfrm>
        </p:spPr>
        <p:txBody>
          <a:bodyPr/>
          <a:lstStyle>
            <a:lvl1pPr marL="0" indent="0" algn="ctr">
              <a:buNone/>
              <a:defRPr sz="2700"/>
            </a:lvl1pPr>
            <a:lvl2pPr marL="514350" indent="0" algn="ctr">
              <a:buNone/>
              <a:defRPr sz="2250"/>
            </a:lvl2pPr>
            <a:lvl3pPr marL="1028700" indent="0" algn="ctr">
              <a:buNone/>
              <a:defRPr sz="2025"/>
            </a:lvl3pPr>
            <a:lvl4pPr marL="1543050" indent="0" algn="ctr">
              <a:buNone/>
              <a:defRPr sz="1800"/>
            </a:lvl4pPr>
            <a:lvl5pPr marL="2057400" indent="0" algn="ctr">
              <a:buNone/>
              <a:defRPr sz="1800"/>
            </a:lvl5pPr>
            <a:lvl6pPr marL="2571750" indent="0" algn="ctr">
              <a:buNone/>
              <a:defRPr sz="1800"/>
            </a:lvl6pPr>
            <a:lvl7pPr marL="3086100" indent="0" algn="ctr">
              <a:buNone/>
              <a:defRPr sz="1800"/>
            </a:lvl7pPr>
            <a:lvl8pPr marL="3600450" indent="0" algn="ctr">
              <a:buNone/>
              <a:defRPr sz="1800"/>
            </a:lvl8pPr>
            <a:lvl9pPr marL="4114800" indent="0" algn="ctr">
              <a:buNone/>
              <a:defRPr sz="1800"/>
            </a:lvl9pPr>
          </a:lstStyle>
          <a:p>
            <a:r>
              <a:rPr lang="en-US"/>
              <a:t>Click to edit Master subtitle style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29F49726-022B-4E5E-9849-B53908F925F4}" type="datetimeFigureOut">
              <a:rPr lang="en-US" smtClean="0"/>
              <a:t>6/3/2026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DBE8E6E8-B786-4971-9E23-BB758E5A4FD8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01042437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29F49726-022B-4E5E-9849-B53908F925F4}" type="datetimeFigureOut">
              <a:rPr lang="en-US" smtClean="0"/>
              <a:t>6/3/2026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DBE8E6E8-B786-4971-9E23-BB758E5A4FD8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616458441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01874" y="4559305"/>
            <a:ext cx="8872538" cy="7607299"/>
          </a:xfrm>
        </p:spPr>
        <p:txBody>
          <a:bodyPr anchor="b"/>
          <a:lstStyle>
            <a:lvl1pPr>
              <a:defRPr sz="6750"/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01874" y="12238572"/>
            <a:ext cx="8872538" cy="4000499"/>
          </a:xfrm>
        </p:spPr>
        <p:txBody>
          <a:bodyPr/>
          <a:lstStyle>
            <a:lvl1pPr marL="0" indent="0">
              <a:buNone/>
              <a:defRPr sz="2700">
                <a:solidFill>
                  <a:schemeClr val="tx1">
                    <a:tint val="82000"/>
                  </a:schemeClr>
                </a:solidFill>
              </a:defRPr>
            </a:lvl1pPr>
            <a:lvl2pPr marL="514350" indent="0">
              <a:buNone/>
              <a:defRPr sz="2250">
                <a:solidFill>
                  <a:schemeClr val="tx1">
                    <a:tint val="82000"/>
                  </a:schemeClr>
                </a:solidFill>
              </a:defRPr>
            </a:lvl2pPr>
            <a:lvl3pPr marL="1028700" indent="0">
              <a:buNone/>
              <a:defRPr sz="2025">
                <a:solidFill>
                  <a:schemeClr val="tx1">
                    <a:tint val="82000"/>
                  </a:schemeClr>
                </a:solidFill>
              </a:defRPr>
            </a:lvl3pPr>
            <a:lvl4pPr marL="1543050" indent="0">
              <a:buNone/>
              <a:defRPr sz="1800">
                <a:solidFill>
                  <a:schemeClr val="tx1">
                    <a:tint val="82000"/>
                  </a:schemeClr>
                </a:solidFill>
              </a:defRPr>
            </a:lvl4pPr>
            <a:lvl5pPr marL="2057400" indent="0">
              <a:buNone/>
              <a:defRPr sz="1800">
                <a:solidFill>
                  <a:schemeClr val="tx1">
                    <a:tint val="82000"/>
                  </a:schemeClr>
                </a:solidFill>
              </a:defRPr>
            </a:lvl5pPr>
            <a:lvl6pPr marL="2571750" indent="0">
              <a:buNone/>
              <a:defRPr sz="1800">
                <a:solidFill>
                  <a:schemeClr val="tx1">
                    <a:tint val="82000"/>
                  </a:schemeClr>
                </a:solidFill>
              </a:defRPr>
            </a:lvl6pPr>
            <a:lvl7pPr marL="3086100" indent="0">
              <a:buNone/>
              <a:defRPr sz="1800">
                <a:solidFill>
                  <a:schemeClr val="tx1">
                    <a:tint val="82000"/>
                  </a:schemeClr>
                </a:solidFill>
              </a:defRPr>
            </a:lvl7pPr>
            <a:lvl8pPr marL="3600450" indent="0">
              <a:buNone/>
              <a:defRPr sz="1800">
                <a:solidFill>
                  <a:schemeClr val="tx1">
                    <a:tint val="82000"/>
                  </a:schemeClr>
                </a:solidFill>
              </a:defRPr>
            </a:lvl8pPr>
            <a:lvl9pPr marL="4114800" indent="0">
              <a:buNone/>
              <a:defRPr sz="1800">
                <a:solidFill>
                  <a:schemeClr val="tx1">
                    <a:tint val="82000"/>
                  </a:schemeClr>
                </a:solidFill>
              </a:defRPr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29F49726-022B-4E5E-9849-B53908F925F4}" type="datetimeFigureOut">
              <a:rPr lang="en-US" smtClean="0"/>
              <a:t>6/3/2026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DBE8E6E8-B786-4971-9E23-BB758E5A4FD8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4101147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707231" y="4868333"/>
            <a:ext cx="4371975" cy="1160356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5207794" y="4868333"/>
            <a:ext cx="4371975" cy="1160356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29F49726-022B-4E5E-9849-B53908F925F4}" type="datetimeFigureOut">
              <a:rPr lang="en-US" smtClean="0"/>
              <a:t>6/3/2026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DBE8E6E8-B786-4971-9E23-BB758E5A4FD8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100563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08571" y="973671"/>
            <a:ext cx="8872538" cy="3534835"/>
          </a:xfrm>
        </p:spPr>
        <p:txBody>
          <a:bodyPr/>
          <a:lstStyle/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08572" y="4483101"/>
            <a:ext cx="4351883" cy="2197099"/>
          </a:xfrm>
        </p:spPr>
        <p:txBody>
          <a:bodyPr anchor="b"/>
          <a:lstStyle>
            <a:lvl1pPr marL="0" indent="0">
              <a:buNone/>
              <a:defRPr sz="2700" b="1"/>
            </a:lvl1pPr>
            <a:lvl2pPr marL="514350" indent="0">
              <a:buNone/>
              <a:defRPr sz="2250" b="1"/>
            </a:lvl2pPr>
            <a:lvl3pPr marL="1028700" indent="0">
              <a:buNone/>
              <a:defRPr sz="2025" b="1"/>
            </a:lvl3pPr>
            <a:lvl4pPr marL="1543050" indent="0">
              <a:buNone/>
              <a:defRPr sz="1800" b="1"/>
            </a:lvl4pPr>
            <a:lvl5pPr marL="2057400" indent="0">
              <a:buNone/>
              <a:defRPr sz="1800" b="1"/>
            </a:lvl5pPr>
            <a:lvl6pPr marL="2571750" indent="0">
              <a:buNone/>
              <a:defRPr sz="1800" b="1"/>
            </a:lvl6pPr>
            <a:lvl7pPr marL="3086100" indent="0">
              <a:buNone/>
              <a:defRPr sz="1800" b="1"/>
            </a:lvl7pPr>
            <a:lvl8pPr marL="3600450" indent="0">
              <a:buNone/>
              <a:defRPr sz="1800" b="1"/>
            </a:lvl8pPr>
            <a:lvl9pPr marL="4114800" indent="0">
              <a:buNone/>
              <a:defRPr sz="18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708572" y="6680200"/>
            <a:ext cx="4351883" cy="982556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5207794" y="4483101"/>
            <a:ext cx="4373315" cy="2197099"/>
          </a:xfrm>
        </p:spPr>
        <p:txBody>
          <a:bodyPr anchor="b"/>
          <a:lstStyle>
            <a:lvl1pPr marL="0" indent="0">
              <a:buNone/>
              <a:defRPr sz="2700" b="1"/>
            </a:lvl1pPr>
            <a:lvl2pPr marL="514350" indent="0">
              <a:buNone/>
              <a:defRPr sz="2250" b="1"/>
            </a:lvl2pPr>
            <a:lvl3pPr marL="1028700" indent="0">
              <a:buNone/>
              <a:defRPr sz="2025" b="1"/>
            </a:lvl3pPr>
            <a:lvl4pPr marL="1543050" indent="0">
              <a:buNone/>
              <a:defRPr sz="1800" b="1"/>
            </a:lvl4pPr>
            <a:lvl5pPr marL="2057400" indent="0">
              <a:buNone/>
              <a:defRPr sz="1800" b="1"/>
            </a:lvl5pPr>
            <a:lvl6pPr marL="2571750" indent="0">
              <a:buNone/>
              <a:defRPr sz="1800" b="1"/>
            </a:lvl6pPr>
            <a:lvl7pPr marL="3086100" indent="0">
              <a:buNone/>
              <a:defRPr sz="1800" b="1"/>
            </a:lvl7pPr>
            <a:lvl8pPr marL="3600450" indent="0">
              <a:buNone/>
              <a:defRPr sz="1800" b="1"/>
            </a:lvl8pPr>
            <a:lvl9pPr marL="4114800" indent="0">
              <a:buNone/>
              <a:defRPr sz="18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5207794" y="6680200"/>
            <a:ext cx="4373315" cy="982556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29F49726-022B-4E5E-9849-B53908F925F4}" type="datetimeFigureOut">
              <a:rPr lang="en-US" smtClean="0"/>
              <a:t>6/3/2026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DBE8E6E8-B786-4971-9E23-BB758E5A4FD8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711905711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29F49726-022B-4E5E-9849-B53908F925F4}" type="datetimeFigureOut">
              <a:rPr lang="en-US" smtClean="0"/>
              <a:t>6/3/2026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DBE8E6E8-B786-4971-9E23-BB758E5A4FD8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80851486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29F49726-022B-4E5E-9849-B53908F925F4}" type="datetimeFigureOut">
              <a:rPr lang="en-US" smtClean="0"/>
              <a:t>6/3/2026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DBE8E6E8-B786-4971-9E23-BB758E5A4FD8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311164277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08571" y="1219200"/>
            <a:ext cx="3317825" cy="4267200"/>
          </a:xfrm>
        </p:spPr>
        <p:txBody>
          <a:bodyPr anchor="b"/>
          <a:lstStyle>
            <a:lvl1pPr>
              <a:defRPr sz="3600"/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4373315" y="2633138"/>
            <a:ext cx="5207794" cy="12996333"/>
          </a:xfrm>
        </p:spPr>
        <p:txBody>
          <a:bodyPr/>
          <a:lstStyle>
            <a:lvl1pPr>
              <a:defRPr sz="3600"/>
            </a:lvl1pPr>
            <a:lvl2pPr>
              <a:defRPr sz="3150"/>
            </a:lvl2pPr>
            <a:lvl3pPr>
              <a:defRPr sz="2700"/>
            </a:lvl3pPr>
            <a:lvl4pPr>
              <a:defRPr sz="2250"/>
            </a:lvl4pPr>
            <a:lvl5pPr>
              <a:defRPr sz="2250"/>
            </a:lvl5pPr>
            <a:lvl6pPr>
              <a:defRPr sz="2250"/>
            </a:lvl6pPr>
            <a:lvl7pPr>
              <a:defRPr sz="2250"/>
            </a:lvl7pPr>
            <a:lvl8pPr>
              <a:defRPr sz="2250"/>
            </a:lvl8pPr>
            <a:lvl9pPr>
              <a:defRPr sz="225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708571" y="5486400"/>
            <a:ext cx="3317825" cy="10164235"/>
          </a:xfrm>
        </p:spPr>
        <p:txBody>
          <a:bodyPr/>
          <a:lstStyle>
            <a:lvl1pPr marL="0" indent="0">
              <a:buNone/>
              <a:defRPr sz="1800"/>
            </a:lvl1pPr>
            <a:lvl2pPr marL="514350" indent="0">
              <a:buNone/>
              <a:defRPr sz="1575"/>
            </a:lvl2pPr>
            <a:lvl3pPr marL="1028700" indent="0">
              <a:buNone/>
              <a:defRPr sz="1350"/>
            </a:lvl3pPr>
            <a:lvl4pPr marL="1543050" indent="0">
              <a:buNone/>
              <a:defRPr sz="1125"/>
            </a:lvl4pPr>
            <a:lvl5pPr marL="2057400" indent="0">
              <a:buNone/>
              <a:defRPr sz="1125"/>
            </a:lvl5pPr>
            <a:lvl6pPr marL="2571750" indent="0">
              <a:buNone/>
              <a:defRPr sz="1125"/>
            </a:lvl6pPr>
            <a:lvl7pPr marL="3086100" indent="0">
              <a:buNone/>
              <a:defRPr sz="1125"/>
            </a:lvl7pPr>
            <a:lvl8pPr marL="3600450" indent="0">
              <a:buNone/>
              <a:defRPr sz="1125"/>
            </a:lvl8pPr>
            <a:lvl9pPr marL="4114800" indent="0">
              <a:buNone/>
              <a:defRPr sz="1125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29F49726-022B-4E5E-9849-B53908F925F4}" type="datetimeFigureOut">
              <a:rPr lang="en-US" smtClean="0"/>
              <a:t>6/3/2026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DBE8E6E8-B786-4971-9E23-BB758E5A4FD8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943959728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08571" y="1219200"/>
            <a:ext cx="3317825" cy="4267200"/>
          </a:xfrm>
        </p:spPr>
        <p:txBody>
          <a:bodyPr anchor="b"/>
          <a:lstStyle>
            <a:lvl1pPr>
              <a:defRPr sz="3600"/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Picture Placeholder 2"/>
          <p:cNvSpPr>
            <a:spLocks noGrp="1" noChangeAspect="1"/>
          </p:cNvSpPr>
          <p:nvPr>
            <p:ph type="pic" idx="1"/>
          </p:nvPr>
        </p:nvSpPr>
        <p:spPr>
          <a:xfrm>
            <a:off x="4373315" y="2633138"/>
            <a:ext cx="5207794" cy="12996333"/>
          </a:xfrm>
        </p:spPr>
        <p:txBody>
          <a:bodyPr anchor="t"/>
          <a:lstStyle>
            <a:lvl1pPr marL="0" indent="0">
              <a:buNone/>
              <a:defRPr sz="3600"/>
            </a:lvl1pPr>
            <a:lvl2pPr marL="514350" indent="0">
              <a:buNone/>
              <a:defRPr sz="3150"/>
            </a:lvl2pPr>
            <a:lvl3pPr marL="1028700" indent="0">
              <a:buNone/>
              <a:defRPr sz="2700"/>
            </a:lvl3pPr>
            <a:lvl4pPr marL="1543050" indent="0">
              <a:buNone/>
              <a:defRPr sz="2250"/>
            </a:lvl4pPr>
            <a:lvl5pPr marL="2057400" indent="0">
              <a:buNone/>
              <a:defRPr sz="2250"/>
            </a:lvl5pPr>
            <a:lvl6pPr marL="2571750" indent="0">
              <a:buNone/>
              <a:defRPr sz="2250"/>
            </a:lvl6pPr>
            <a:lvl7pPr marL="3086100" indent="0">
              <a:buNone/>
              <a:defRPr sz="2250"/>
            </a:lvl7pPr>
            <a:lvl8pPr marL="3600450" indent="0">
              <a:buNone/>
              <a:defRPr sz="2250"/>
            </a:lvl8pPr>
            <a:lvl9pPr marL="4114800" indent="0">
              <a:buNone/>
              <a:defRPr sz="2250"/>
            </a:lvl9pPr>
          </a:lstStyle>
          <a:p>
            <a:r>
              <a:rPr lang="en-US"/>
              <a:t>Click icon to add picture</a:t>
            </a:r>
            <a:endParaRPr lang="en-US" dirty="0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708571" y="5486400"/>
            <a:ext cx="3317825" cy="10164235"/>
          </a:xfrm>
        </p:spPr>
        <p:txBody>
          <a:bodyPr/>
          <a:lstStyle>
            <a:lvl1pPr marL="0" indent="0">
              <a:buNone/>
              <a:defRPr sz="1800"/>
            </a:lvl1pPr>
            <a:lvl2pPr marL="514350" indent="0">
              <a:buNone/>
              <a:defRPr sz="1575"/>
            </a:lvl2pPr>
            <a:lvl3pPr marL="1028700" indent="0">
              <a:buNone/>
              <a:defRPr sz="1350"/>
            </a:lvl3pPr>
            <a:lvl4pPr marL="1543050" indent="0">
              <a:buNone/>
              <a:defRPr sz="1125"/>
            </a:lvl4pPr>
            <a:lvl5pPr marL="2057400" indent="0">
              <a:buNone/>
              <a:defRPr sz="1125"/>
            </a:lvl5pPr>
            <a:lvl6pPr marL="2571750" indent="0">
              <a:buNone/>
              <a:defRPr sz="1125"/>
            </a:lvl6pPr>
            <a:lvl7pPr marL="3086100" indent="0">
              <a:buNone/>
              <a:defRPr sz="1125"/>
            </a:lvl7pPr>
            <a:lvl8pPr marL="3600450" indent="0">
              <a:buNone/>
              <a:defRPr sz="1125"/>
            </a:lvl8pPr>
            <a:lvl9pPr marL="4114800" indent="0">
              <a:buNone/>
              <a:defRPr sz="1125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29F49726-022B-4E5E-9849-B53908F925F4}" type="datetimeFigureOut">
              <a:rPr lang="en-US" smtClean="0"/>
              <a:t>6/3/2026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DBE8E6E8-B786-4971-9E23-BB758E5A4FD8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053232701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29F49726-022B-4E5E-9849-B53908F925F4}" type="datetimeFigureOut">
              <a:rPr lang="en-US" smtClean="0"/>
              <a:t>6/3/2026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DBE8E6E8-B786-4971-9E23-BB758E5A4FD8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157194168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7361635" y="973667"/>
            <a:ext cx="2218134" cy="15498235"/>
          </a:xfrm>
        </p:spPr>
        <p:txBody>
          <a:bodyPr vert="eaVert"/>
          <a:lstStyle/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707232" y="973667"/>
            <a:ext cx="6525816" cy="15498235"/>
          </a:xfrm>
        </p:spPr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29F49726-022B-4E5E-9849-B53908F925F4}" type="datetimeFigureOut">
              <a:rPr lang="en-US" smtClean="0"/>
              <a:t>6/3/2026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DBE8E6E8-B786-4971-9E23-BB758E5A4FD8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32684755"/>
      </p:ext>
    </p:extLst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121212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707231" y="973671"/>
            <a:ext cx="8872538" cy="3534835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07231" y="4868333"/>
            <a:ext cx="8872538" cy="11603568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707231" y="16950271"/>
            <a:ext cx="2314575" cy="973667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350">
                <a:solidFill>
                  <a:schemeClr val="tx1">
                    <a:tint val="82000"/>
                  </a:schemeClr>
                </a:solidFill>
              </a:defRPr>
            </a:lvl1pPr>
          </a:lstStyle>
          <a:p>
            <a:fld id="{29F49726-022B-4E5E-9849-B53908F925F4}" type="datetimeFigureOut">
              <a:rPr lang="en-US" smtClean="0"/>
              <a:t>6/3/2026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407569" y="16950271"/>
            <a:ext cx="3471863" cy="973667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350">
                <a:solidFill>
                  <a:schemeClr val="tx1">
                    <a:tint val="82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7265194" y="16950271"/>
            <a:ext cx="2314575" cy="973667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350">
                <a:solidFill>
                  <a:schemeClr val="tx1">
                    <a:tint val="82000"/>
                  </a:schemeClr>
                </a:solidFill>
              </a:defRPr>
            </a:lvl1pPr>
          </a:lstStyle>
          <a:p>
            <a:fld id="{DBE8E6E8-B786-4971-9E23-BB758E5A4FD8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88947428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61" r:id="rId1"/>
    <p:sldLayoutId id="2147483662" r:id="rId2"/>
    <p:sldLayoutId id="2147483663" r:id="rId3"/>
    <p:sldLayoutId id="2147483664" r:id="rId4"/>
    <p:sldLayoutId id="2147483665" r:id="rId5"/>
    <p:sldLayoutId id="2147483666" r:id="rId6"/>
    <p:sldLayoutId id="2147483667" r:id="rId7"/>
    <p:sldLayoutId id="2147483668" r:id="rId8"/>
    <p:sldLayoutId id="2147483669" r:id="rId9"/>
    <p:sldLayoutId id="2147483670" r:id="rId10"/>
    <p:sldLayoutId id="2147483671" r:id="rId11"/>
  </p:sldLayoutIdLst>
  <p:txStyles>
    <p:titleStyle>
      <a:lvl1pPr algn="l" defTabSz="1028700" rtl="0" eaLnBrk="1" latinLnBrk="0" hangingPunct="1">
        <a:lnSpc>
          <a:spcPct val="90000"/>
        </a:lnSpc>
        <a:spcBef>
          <a:spcPct val="0"/>
        </a:spcBef>
        <a:buNone/>
        <a:defRPr sz="495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257175" indent="-257175" algn="l" defTabSz="1028700" rtl="0" eaLnBrk="1" latinLnBrk="0" hangingPunct="1">
        <a:lnSpc>
          <a:spcPct val="90000"/>
        </a:lnSpc>
        <a:spcBef>
          <a:spcPts val="1125"/>
        </a:spcBef>
        <a:buFont typeface="Arial" panose="020B0604020202020204" pitchFamily="34" charset="0"/>
        <a:buChar char="•"/>
        <a:defRPr sz="3150" kern="1200">
          <a:solidFill>
            <a:schemeClr val="tx1"/>
          </a:solidFill>
          <a:latin typeface="+mn-lt"/>
          <a:ea typeface="+mn-ea"/>
          <a:cs typeface="+mn-cs"/>
        </a:defRPr>
      </a:lvl1pPr>
      <a:lvl2pPr marL="771525" indent="-257175" algn="l" defTabSz="1028700" rtl="0" eaLnBrk="1" latinLnBrk="0" hangingPunct="1">
        <a:lnSpc>
          <a:spcPct val="90000"/>
        </a:lnSpc>
        <a:spcBef>
          <a:spcPts val="563"/>
        </a:spcBef>
        <a:buFont typeface="Arial" panose="020B0604020202020204" pitchFamily="34" charset="0"/>
        <a:buChar char="•"/>
        <a:defRPr sz="2700" kern="1200">
          <a:solidFill>
            <a:schemeClr val="tx1"/>
          </a:solidFill>
          <a:latin typeface="+mn-lt"/>
          <a:ea typeface="+mn-ea"/>
          <a:cs typeface="+mn-cs"/>
        </a:defRPr>
      </a:lvl2pPr>
      <a:lvl3pPr marL="1285875" indent="-257175" algn="l" defTabSz="1028700" rtl="0" eaLnBrk="1" latinLnBrk="0" hangingPunct="1">
        <a:lnSpc>
          <a:spcPct val="90000"/>
        </a:lnSpc>
        <a:spcBef>
          <a:spcPts val="563"/>
        </a:spcBef>
        <a:buFont typeface="Arial" panose="020B0604020202020204" pitchFamily="34" charset="0"/>
        <a:buChar char="•"/>
        <a:defRPr sz="2250" kern="1200">
          <a:solidFill>
            <a:schemeClr val="tx1"/>
          </a:solidFill>
          <a:latin typeface="+mn-lt"/>
          <a:ea typeface="+mn-ea"/>
          <a:cs typeface="+mn-cs"/>
        </a:defRPr>
      </a:lvl3pPr>
      <a:lvl4pPr marL="1800225" indent="-257175" algn="l" defTabSz="1028700" rtl="0" eaLnBrk="1" latinLnBrk="0" hangingPunct="1">
        <a:lnSpc>
          <a:spcPct val="90000"/>
        </a:lnSpc>
        <a:spcBef>
          <a:spcPts val="563"/>
        </a:spcBef>
        <a:buFont typeface="Arial" panose="020B0604020202020204" pitchFamily="34" charset="0"/>
        <a:buChar char="•"/>
        <a:defRPr sz="2025" kern="1200">
          <a:solidFill>
            <a:schemeClr val="tx1"/>
          </a:solidFill>
          <a:latin typeface="+mn-lt"/>
          <a:ea typeface="+mn-ea"/>
          <a:cs typeface="+mn-cs"/>
        </a:defRPr>
      </a:lvl4pPr>
      <a:lvl5pPr marL="2314575" indent="-257175" algn="l" defTabSz="1028700" rtl="0" eaLnBrk="1" latinLnBrk="0" hangingPunct="1">
        <a:lnSpc>
          <a:spcPct val="90000"/>
        </a:lnSpc>
        <a:spcBef>
          <a:spcPts val="563"/>
        </a:spcBef>
        <a:buFont typeface="Arial" panose="020B0604020202020204" pitchFamily="34" charset="0"/>
        <a:buChar char="•"/>
        <a:defRPr sz="2025" kern="1200">
          <a:solidFill>
            <a:schemeClr val="tx1"/>
          </a:solidFill>
          <a:latin typeface="+mn-lt"/>
          <a:ea typeface="+mn-ea"/>
          <a:cs typeface="+mn-cs"/>
        </a:defRPr>
      </a:lvl5pPr>
      <a:lvl6pPr marL="2828925" indent="-257175" algn="l" defTabSz="1028700" rtl="0" eaLnBrk="1" latinLnBrk="0" hangingPunct="1">
        <a:lnSpc>
          <a:spcPct val="90000"/>
        </a:lnSpc>
        <a:spcBef>
          <a:spcPts val="563"/>
        </a:spcBef>
        <a:buFont typeface="Arial" panose="020B0604020202020204" pitchFamily="34" charset="0"/>
        <a:buChar char="•"/>
        <a:defRPr sz="2025" kern="1200">
          <a:solidFill>
            <a:schemeClr val="tx1"/>
          </a:solidFill>
          <a:latin typeface="+mn-lt"/>
          <a:ea typeface="+mn-ea"/>
          <a:cs typeface="+mn-cs"/>
        </a:defRPr>
      </a:lvl6pPr>
      <a:lvl7pPr marL="3343275" indent="-257175" algn="l" defTabSz="1028700" rtl="0" eaLnBrk="1" latinLnBrk="0" hangingPunct="1">
        <a:lnSpc>
          <a:spcPct val="90000"/>
        </a:lnSpc>
        <a:spcBef>
          <a:spcPts val="563"/>
        </a:spcBef>
        <a:buFont typeface="Arial" panose="020B0604020202020204" pitchFamily="34" charset="0"/>
        <a:buChar char="•"/>
        <a:defRPr sz="2025" kern="1200">
          <a:solidFill>
            <a:schemeClr val="tx1"/>
          </a:solidFill>
          <a:latin typeface="+mn-lt"/>
          <a:ea typeface="+mn-ea"/>
          <a:cs typeface="+mn-cs"/>
        </a:defRPr>
      </a:lvl7pPr>
      <a:lvl8pPr marL="3857625" indent="-257175" algn="l" defTabSz="1028700" rtl="0" eaLnBrk="1" latinLnBrk="0" hangingPunct="1">
        <a:lnSpc>
          <a:spcPct val="90000"/>
        </a:lnSpc>
        <a:spcBef>
          <a:spcPts val="563"/>
        </a:spcBef>
        <a:buFont typeface="Arial" panose="020B0604020202020204" pitchFamily="34" charset="0"/>
        <a:buChar char="•"/>
        <a:defRPr sz="2025" kern="1200">
          <a:solidFill>
            <a:schemeClr val="tx1"/>
          </a:solidFill>
          <a:latin typeface="+mn-lt"/>
          <a:ea typeface="+mn-ea"/>
          <a:cs typeface="+mn-cs"/>
        </a:defRPr>
      </a:lvl8pPr>
      <a:lvl9pPr marL="4371975" indent="-257175" algn="l" defTabSz="1028700" rtl="0" eaLnBrk="1" latinLnBrk="0" hangingPunct="1">
        <a:lnSpc>
          <a:spcPct val="90000"/>
        </a:lnSpc>
        <a:spcBef>
          <a:spcPts val="563"/>
        </a:spcBef>
        <a:buFont typeface="Arial" panose="020B0604020202020204" pitchFamily="34" charset="0"/>
        <a:buChar char="•"/>
        <a:defRPr sz="2025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1028700" rtl="0" eaLnBrk="1" latinLnBrk="0" hangingPunct="1">
        <a:defRPr sz="2025" kern="1200">
          <a:solidFill>
            <a:schemeClr val="tx1"/>
          </a:solidFill>
          <a:latin typeface="+mn-lt"/>
          <a:ea typeface="+mn-ea"/>
          <a:cs typeface="+mn-cs"/>
        </a:defRPr>
      </a:lvl1pPr>
      <a:lvl2pPr marL="514350" algn="l" defTabSz="1028700" rtl="0" eaLnBrk="1" latinLnBrk="0" hangingPunct="1">
        <a:defRPr sz="2025" kern="1200">
          <a:solidFill>
            <a:schemeClr val="tx1"/>
          </a:solidFill>
          <a:latin typeface="+mn-lt"/>
          <a:ea typeface="+mn-ea"/>
          <a:cs typeface="+mn-cs"/>
        </a:defRPr>
      </a:lvl2pPr>
      <a:lvl3pPr marL="1028700" algn="l" defTabSz="1028700" rtl="0" eaLnBrk="1" latinLnBrk="0" hangingPunct="1">
        <a:defRPr sz="2025" kern="1200">
          <a:solidFill>
            <a:schemeClr val="tx1"/>
          </a:solidFill>
          <a:latin typeface="+mn-lt"/>
          <a:ea typeface="+mn-ea"/>
          <a:cs typeface="+mn-cs"/>
        </a:defRPr>
      </a:lvl3pPr>
      <a:lvl4pPr marL="1543050" algn="l" defTabSz="1028700" rtl="0" eaLnBrk="1" latinLnBrk="0" hangingPunct="1">
        <a:defRPr sz="2025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algn="l" defTabSz="1028700" rtl="0" eaLnBrk="1" latinLnBrk="0" hangingPunct="1">
        <a:defRPr sz="2025" kern="1200">
          <a:solidFill>
            <a:schemeClr val="tx1"/>
          </a:solidFill>
          <a:latin typeface="+mn-lt"/>
          <a:ea typeface="+mn-ea"/>
          <a:cs typeface="+mn-cs"/>
        </a:defRPr>
      </a:lvl5pPr>
      <a:lvl6pPr marL="2571750" algn="l" defTabSz="1028700" rtl="0" eaLnBrk="1" latinLnBrk="0" hangingPunct="1">
        <a:defRPr sz="2025" kern="1200">
          <a:solidFill>
            <a:schemeClr val="tx1"/>
          </a:solidFill>
          <a:latin typeface="+mn-lt"/>
          <a:ea typeface="+mn-ea"/>
          <a:cs typeface="+mn-cs"/>
        </a:defRPr>
      </a:lvl6pPr>
      <a:lvl7pPr marL="3086100" algn="l" defTabSz="1028700" rtl="0" eaLnBrk="1" latinLnBrk="0" hangingPunct="1">
        <a:defRPr sz="2025" kern="1200">
          <a:solidFill>
            <a:schemeClr val="tx1"/>
          </a:solidFill>
          <a:latin typeface="+mn-lt"/>
          <a:ea typeface="+mn-ea"/>
          <a:cs typeface="+mn-cs"/>
        </a:defRPr>
      </a:lvl7pPr>
      <a:lvl8pPr marL="3600450" algn="l" defTabSz="1028700" rtl="0" eaLnBrk="1" latinLnBrk="0" hangingPunct="1">
        <a:defRPr sz="2025" kern="1200">
          <a:solidFill>
            <a:schemeClr val="tx1"/>
          </a:solidFill>
          <a:latin typeface="+mn-lt"/>
          <a:ea typeface="+mn-ea"/>
          <a:cs typeface="+mn-cs"/>
        </a:defRPr>
      </a:lvl8pPr>
      <a:lvl9pPr marL="4114800" algn="l" defTabSz="1028700" rtl="0" eaLnBrk="1" latinLnBrk="0" hangingPunct="1">
        <a:defRPr sz="2025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3" Type="http://schemas.openxmlformats.org/officeDocument/2006/relationships/image" Target="../media/image2.JPEG"/><Relationship Id="rId2" Type="http://schemas.openxmlformats.org/officeDocument/2006/relationships/image" Target="../media/image1.JPEG"/><Relationship Id="rId1" Type="http://schemas.openxmlformats.org/officeDocument/2006/relationships/slideLayout" Target="../slideLayouts/slideLayout1.xml"/></Relationships>
</file>

<file path=ppt/slides/_rels/slide2.xml.rels><?xml version="1.0" encoding="UTF-8" standalone="yes"?>
<Relationships xmlns="http://schemas.openxmlformats.org/package/2006/relationships"><Relationship Id="rId2" Type="http://schemas.openxmlformats.org/officeDocument/2006/relationships/image" Target="../media/image3.JPEG"/><Relationship Id="rId1" Type="http://schemas.openxmlformats.org/officeDocument/2006/relationships/slideLayout" Target="../slideLayouts/slideLayout1.xml"/></Relationships>
</file>

<file path=ppt/slides/_rels/slide3.xml.rels><?xml version="1.0" encoding="UTF-8" standalone="yes"?>
<Relationships xmlns="http://schemas.openxmlformats.org/package/2006/relationships"><Relationship Id="rId2" Type="http://schemas.openxmlformats.org/officeDocument/2006/relationships/image" Target="../media/image4.JPEG"/><Relationship Id="rId1" Type="http://schemas.openxmlformats.org/officeDocument/2006/relationships/slideLayout" Target="../slideLayouts/slideLayout1.xml"/></Relationships>
</file>

<file path=ppt/slides/_rels/slide4.xml.rels><?xml version="1.0" encoding="UTF-8" standalone="yes"?>
<Relationships xmlns="http://schemas.openxmlformats.org/package/2006/relationships"><Relationship Id="rId2" Type="http://schemas.openxmlformats.org/officeDocument/2006/relationships/image" Target="../media/image5.JPEG"/><Relationship Id="rId1" Type="http://schemas.openxmlformats.org/officeDocument/2006/relationships/slideLayout" Target="../slideLayouts/slideLayout1.xml"/></Relationships>
</file>

<file path=ppt/slides/_rels/slide5.xml.rels><?xml version="1.0" encoding="UTF-8" standalone="yes"?>
<Relationships xmlns="http://schemas.openxmlformats.org/package/2006/relationships"><Relationship Id="rId2" Type="http://schemas.openxmlformats.org/officeDocument/2006/relationships/image" Target="../media/image6.JPEG"/><Relationship Id="rId1" Type="http://schemas.openxmlformats.org/officeDocument/2006/relationships/slideLayout" Target="../slideLayouts/slideLayout1.xml"/></Relationships>
</file>

<file path=ppt/slides/_rels/slide6.xml.rels><?xml version="1.0" encoding="UTF-8" standalone="yes"?>
<Relationships xmlns="http://schemas.openxmlformats.org/package/2006/relationships"><Relationship Id="rId2" Type="http://schemas.openxmlformats.org/officeDocument/2006/relationships/image" Target="../media/image7.JPEG"/><Relationship Id="rId1" Type="http://schemas.openxmlformats.org/officeDocument/2006/relationships/slideLayout" Target="../slideLayouts/slideLayout1.xml"/></Relationships>
</file>

<file path=ppt/slides/_rels/slide7.xml.rels><?xml version="1.0" encoding="UTF-8" standalone="yes"?>
<Relationships xmlns="http://schemas.openxmlformats.org/package/2006/relationships"><Relationship Id="rId2" Type="http://schemas.openxmlformats.org/officeDocument/2006/relationships/image" Target="../media/image8.JPEG"/><Relationship Id="rId1" Type="http://schemas.openxmlformats.org/officeDocument/2006/relationships/slideLayout" Target="../slideLayouts/slideLayout1.xml"/></Relationships>
</file>

<file path=ppt/slides/_rels/slide8.xml.rels><?xml version="1.0" encoding="UTF-8" standalone="yes"?>
<Relationships xmlns="http://schemas.openxmlformats.org/package/2006/relationships"><Relationship Id="rId2" Type="http://schemas.openxmlformats.org/officeDocument/2006/relationships/image" Target="../media/image9.jpg"/><Relationship Id="rId1" Type="http://schemas.openxmlformats.org/officeDocument/2006/relationships/slideLayout" Target="../slideLayouts/slideLayout1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TextBox 3">
            <a:extLst>
              <a:ext uri="{FF2B5EF4-FFF2-40B4-BE49-F238E27FC236}">
                <a16:creationId xmlns:a16="http://schemas.microsoft.com/office/drawing/2014/main" id="{9FF1101D-27CC-9367-2F0B-31DBD13F0A41}"/>
              </a:ext>
            </a:extLst>
          </p:cNvPr>
          <p:cNvSpPr txBox="1"/>
          <p:nvPr/>
        </p:nvSpPr>
        <p:spPr>
          <a:xfrm>
            <a:off x="751114" y="1600200"/>
            <a:ext cx="8784772" cy="193899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6000" dirty="0">
                <a:solidFill>
                  <a:srgbClr val="F05423"/>
                </a:solidFill>
                <a:latin typeface="Black Ops One" pitchFamily="2" charset="0"/>
              </a:rPr>
              <a:t>STOP GUESSING.</a:t>
            </a:r>
          </a:p>
          <a:p>
            <a:pPr algn="ctr"/>
            <a:r>
              <a:rPr lang="en-US" sz="6000" dirty="0">
                <a:solidFill>
                  <a:srgbClr val="F05423"/>
                </a:solidFill>
                <a:latin typeface="Black Ops One" pitchFamily="2" charset="0"/>
              </a:rPr>
              <a:t>START FORGING.</a:t>
            </a:r>
          </a:p>
        </p:txBody>
      </p:sp>
      <p:sp>
        <p:nvSpPr>
          <p:cNvPr id="2" name="TextBox 1">
            <a:extLst>
              <a:ext uri="{FF2B5EF4-FFF2-40B4-BE49-F238E27FC236}">
                <a16:creationId xmlns:a16="http://schemas.microsoft.com/office/drawing/2014/main" id="{96A34A4D-99FD-0331-5000-8E3C232796B2}"/>
              </a:ext>
            </a:extLst>
          </p:cNvPr>
          <p:cNvSpPr txBox="1"/>
          <p:nvPr/>
        </p:nvSpPr>
        <p:spPr>
          <a:xfrm>
            <a:off x="751114" y="3641266"/>
            <a:ext cx="8801102" cy="58477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3200" dirty="0">
                <a:solidFill>
                  <a:schemeClr val="bg1"/>
                </a:solidFill>
                <a:latin typeface="Barlow" panose="00000500000000000000" pitchFamily="2" charset="0"/>
              </a:rPr>
              <a:t>AI music prompts built for Suno &amp; Udio</a:t>
            </a:r>
          </a:p>
        </p:txBody>
      </p:sp>
      <p:pic>
        <p:nvPicPr>
          <p:cNvPr id="5" name="Picture 4">
            <a:extLst>
              <a:ext uri="{FF2B5EF4-FFF2-40B4-BE49-F238E27FC236}">
                <a16:creationId xmlns:a16="http://schemas.microsoft.com/office/drawing/2014/main" id="{E7497D93-38D0-4B94-13ED-C0678807B524}"/>
              </a:ext>
            </a:extLst>
          </p:cNvPr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910498" y="6204857"/>
            <a:ext cx="3712190" cy="8263334"/>
          </a:xfrm>
          <a:prstGeom prst="rect">
            <a:avLst/>
          </a:prstGeom>
        </p:spPr>
      </p:pic>
      <p:pic>
        <p:nvPicPr>
          <p:cNvPr id="7" name="Picture 6">
            <a:extLst>
              <a:ext uri="{FF2B5EF4-FFF2-40B4-BE49-F238E27FC236}">
                <a16:creationId xmlns:a16="http://schemas.microsoft.com/office/drawing/2014/main" id="{3138E645-F142-F5C7-49E0-434DEEC72E32}"/>
              </a:ext>
            </a:extLst>
          </p:cNvPr>
          <p:cNvPicPr>
            <a:picLocks noChangeAspect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5664312" y="6204855"/>
            <a:ext cx="3712190" cy="8263336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2995296007"/>
      </p:ext>
    </p:extLst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TextBox 3">
            <a:extLst>
              <a:ext uri="{FF2B5EF4-FFF2-40B4-BE49-F238E27FC236}">
                <a16:creationId xmlns:a16="http://schemas.microsoft.com/office/drawing/2014/main" id="{9FF1101D-27CC-9367-2F0B-31DBD13F0A41}"/>
              </a:ext>
            </a:extLst>
          </p:cNvPr>
          <p:cNvSpPr txBox="1"/>
          <p:nvPr/>
        </p:nvSpPr>
        <p:spPr>
          <a:xfrm>
            <a:off x="0" y="1600200"/>
            <a:ext cx="10287000" cy="193899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6000" dirty="0">
                <a:solidFill>
                  <a:srgbClr val="F05423"/>
                </a:solidFill>
                <a:latin typeface="Black Ops One" pitchFamily="2" charset="0"/>
              </a:rPr>
              <a:t>PRECISION-ENGINEERED PROMPTS.</a:t>
            </a:r>
          </a:p>
        </p:txBody>
      </p:sp>
      <p:sp>
        <p:nvSpPr>
          <p:cNvPr id="2" name="TextBox 1">
            <a:extLst>
              <a:ext uri="{FF2B5EF4-FFF2-40B4-BE49-F238E27FC236}">
                <a16:creationId xmlns:a16="http://schemas.microsoft.com/office/drawing/2014/main" id="{96A34A4D-99FD-0331-5000-8E3C232796B2}"/>
              </a:ext>
            </a:extLst>
          </p:cNvPr>
          <p:cNvSpPr txBox="1"/>
          <p:nvPr/>
        </p:nvSpPr>
        <p:spPr>
          <a:xfrm>
            <a:off x="751114" y="3641266"/>
            <a:ext cx="8801102" cy="58477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3200" dirty="0">
                <a:solidFill>
                  <a:schemeClr val="bg1"/>
                </a:solidFill>
                <a:latin typeface="Barlow" panose="00000500000000000000" pitchFamily="2" charset="0"/>
              </a:rPr>
              <a:t>Ready to drop into Suno or Udio</a:t>
            </a:r>
          </a:p>
        </p:txBody>
      </p:sp>
      <p:pic>
        <p:nvPicPr>
          <p:cNvPr id="10" name="Picture 9">
            <a:extLst>
              <a:ext uri="{FF2B5EF4-FFF2-40B4-BE49-F238E27FC236}">
                <a16:creationId xmlns:a16="http://schemas.microsoft.com/office/drawing/2014/main" id="{03EB29FA-FDAE-12A4-3E96-06E6501F8483}"/>
              </a:ext>
            </a:extLst>
          </p:cNvPr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2312041" y="4882242"/>
            <a:ext cx="5662918" cy="12605657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551202687"/>
      </p:ext>
    </p:extLst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TextBox 3">
            <a:extLst>
              <a:ext uri="{FF2B5EF4-FFF2-40B4-BE49-F238E27FC236}">
                <a16:creationId xmlns:a16="http://schemas.microsoft.com/office/drawing/2014/main" id="{9FF1101D-27CC-9367-2F0B-31DBD13F0A41}"/>
              </a:ext>
            </a:extLst>
          </p:cNvPr>
          <p:cNvSpPr txBox="1"/>
          <p:nvPr/>
        </p:nvSpPr>
        <p:spPr>
          <a:xfrm>
            <a:off x="751114" y="1600200"/>
            <a:ext cx="8784772" cy="193899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6000" dirty="0">
                <a:solidFill>
                  <a:srgbClr val="F05423"/>
                </a:solidFill>
                <a:latin typeface="Black Ops One" pitchFamily="2" charset="0"/>
              </a:rPr>
              <a:t>FULL SONGS.</a:t>
            </a:r>
          </a:p>
          <a:p>
            <a:pPr algn="ctr"/>
            <a:r>
              <a:rPr lang="en-US" sz="6000" dirty="0">
                <a:solidFill>
                  <a:srgbClr val="F05423"/>
                </a:solidFill>
                <a:latin typeface="Black Ops One" pitchFamily="2" charset="0"/>
              </a:rPr>
              <a:t>VERSE TO HOOK.</a:t>
            </a:r>
          </a:p>
        </p:txBody>
      </p:sp>
      <p:sp>
        <p:nvSpPr>
          <p:cNvPr id="2" name="TextBox 1">
            <a:extLst>
              <a:ext uri="{FF2B5EF4-FFF2-40B4-BE49-F238E27FC236}">
                <a16:creationId xmlns:a16="http://schemas.microsoft.com/office/drawing/2014/main" id="{96A34A4D-99FD-0331-5000-8E3C232796B2}"/>
              </a:ext>
            </a:extLst>
          </p:cNvPr>
          <p:cNvSpPr txBox="1"/>
          <p:nvPr/>
        </p:nvSpPr>
        <p:spPr>
          <a:xfrm>
            <a:off x="751114" y="3641266"/>
            <a:ext cx="8801102" cy="58477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3200" dirty="0">
                <a:solidFill>
                  <a:schemeClr val="bg1"/>
                </a:solidFill>
                <a:latin typeface="Barlow" panose="00000500000000000000" pitchFamily="2" charset="0"/>
              </a:rPr>
              <a:t>AI lyrics with structure – ready to use</a:t>
            </a:r>
          </a:p>
        </p:txBody>
      </p:sp>
      <p:pic>
        <p:nvPicPr>
          <p:cNvPr id="9" name="Picture 8">
            <a:extLst>
              <a:ext uri="{FF2B5EF4-FFF2-40B4-BE49-F238E27FC236}">
                <a16:creationId xmlns:a16="http://schemas.microsoft.com/office/drawing/2014/main" id="{5B905747-27CD-8B4A-5D0D-1FD6D49DB3E9}"/>
              </a:ext>
            </a:extLst>
          </p:cNvPr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2393016" y="5159827"/>
            <a:ext cx="5500968" cy="12245153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684751192"/>
      </p:ext>
    </p:extLst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TextBox 3">
            <a:extLst>
              <a:ext uri="{FF2B5EF4-FFF2-40B4-BE49-F238E27FC236}">
                <a16:creationId xmlns:a16="http://schemas.microsoft.com/office/drawing/2014/main" id="{9FF1101D-27CC-9367-2F0B-31DBD13F0A41}"/>
              </a:ext>
            </a:extLst>
          </p:cNvPr>
          <p:cNvSpPr txBox="1"/>
          <p:nvPr/>
        </p:nvSpPr>
        <p:spPr>
          <a:xfrm>
            <a:off x="751114" y="1600200"/>
            <a:ext cx="8784772" cy="193899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6000" dirty="0">
                <a:solidFill>
                  <a:srgbClr val="F05423"/>
                </a:solidFill>
                <a:latin typeface="Black Ops One" pitchFamily="2" charset="0"/>
              </a:rPr>
              <a:t>YOUR SOUND,</a:t>
            </a:r>
          </a:p>
          <a:p>
            <a:pPr algn="ctr"/>
            <a:r>
              <a:rPr lang="en-US" sz="6000" dirty="0">
                <a:solidFill>
                  <a:srgbClr val="F05423"/>
                </a:solidFill>
                <a:latin typeface="Black Ops One" pitchFamily="2" charset="0"/>
              </a:rPr>
              <a:t>VISUALIZED.</a:t>
            </a:r>
          </a:p>
        </p:txBody>
      </p:sp>
      <p:sp>
        <p:nvSpPr>
          <p:cNvPr id="2" name="TextBox 1">
            <a:extLst>
              <a:ext uri="{FF2B5EF4-FFF2-40B4-BE49-F238E27FC236}">
                <a16:creationId xmlns:a16="http://schemas.microsoft.com/office/drawing/2014/main" id="{96A34A4D-99FD-0331-5000-8E3C232796B2}"/>
              </a:ext>
            </a:extLst>
          </p:cNvPr>
          <p:cNvSpPr txBox="1"/>
          <p:nvPr/>
        </p:nvSpPr>
        <p:spPr>
          <a:xfrm>
            <a:off x="751114" y="3641266"/>
            <a:ext cx="8801102" cy="58477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3200" dirty="0">
                <a:solidFill>
                  <a:schemeClr val="bg1"/>
                </a:solidFill>
                <a:latin typeface="Barlow" panose="00000500000000000000" pitchFamily="2" charset="0"/>
              </a:rPr>
              <a:t>AI album art generated from your concept</a:t>
            </a:r>
          </a:p>
        </p:txBody>
      </p:sp>
      <p:pic>
        <p:nvPicPr>
          <p:cNvPr id="13" name="Picture 12">
            <a:extLst>
              <a:ext uri="{FF2B5EF4-FFF2-40B4-BE49-F238E27FC236}">
                <a16:creationId xmlns:a16="http://schemas.microsoft.com/office/drawing/2014/main" id="{16A70A92-64F2-B2B9-E28C-069CDBC2A328}"/>
              </a:ext>
            </a:extLst>
          </p:cNvPr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1424550" y="6319158"/>
            <a:ext cx="7437899" cy="7036252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3834146859"/>
      </p:ext>
    </p:extLst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TextBox 3">
            <a:extLst>
              <a:ext uri="{FF2B5EF4-FFF2-40B4-BE49-F238E27FC236}">
                <a16:creationId xmlns:a16="http://schemas.microsoft.com/office/drawing/2014/main" id="{9FF1101D-27CC-9367-2F0B-31DBD13F0A41}"/>
              </a:ext>
            </a:extLst>
          </p:cNvPr>
          <p:cNvSpPr txBox="1"/>
          <p:nvPr/>
        </p:nvSpPr>
        <p:spPr>
          <a:xfrm>
            <a:off x="751114" y="1600200"/>
            <a:ext cx="8784772" cy="193899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6000" dirty="0">
                <a:solidFill>
                  <a:srgbClr val="F05423"/>
                </a:solidFill>
                <a:latin typeface="Black Ops One" pitchFamily="2" charset="0"/>
              </a:rPr>
              <a:t>EVERY SUBGENRE.</a:t>
            </a:r>
          </a:p>
          <a:p>
            <a:pPr algn="ctr"/>
            <a:r>
              <a:rPr lang="en-US" sz="6000" dirty="0">
                <a:solidFill>
                  <a:srgbClr val="F05423"/>
                </a:solidFill>
                <a:latin typeface="Black Ops One" pitchFamily="2" charset="0"/>
              </a:rPr>
              <a:t>DIALED IN.</a:t>
            </a:r>
          </a:p>
        </p:txBody>
      </p:sp>
      <p:sp>
        <p:nvSpPr>
          <p:cNvPr id="2" name="TextBox 1">
            <a:extLst>
              <a:ext uri="{FF2B5EF4-FFF2-40B4-BE49-F238E27FC236}">
                <a16:creationId xmlns:a16="http://schemas.microsoft.com/office/drawing/2014/main" id="{96A34A4D-99FD-0331-5000-8E3C232796B2}"/>
              </a:ext>
            </a:extLst>
          </p:cNvPr>
          <p:cNvSpPr txBox="1"/>
          <p:nvPr/>
        </p:nvSpPr>
        <p:spPr>
          <a:xfrm>
            <a:off x="751114" y="3641266"/>
            <a:ext cx="8801102" cy="58477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3200" dirty="0">
                <a:solidFill>
                  <a:schemeClr val="bg1"/>
                </a:solidFill>
                <a:latin typeface="Barlow" panose="00000500000000000000" pitchFamily="2" charset="0"/>
              </a:rPr>
              <a:t>Tailored prompt logic for every style</a:t>
            </a:r>
          </a:p>
        </p:txBody>
      </p:sp>
      <p:pic>
        <p:nvPicPr>
          <p:cNvPr id="5" name="Picture 4">
            <a:extLst>
              <a:ext uri="{FF2B5EF4-FFF2-40B4-BE49-F238E27FC236}">
                <a16:creationId xmlns:a16="http://schemas.microsoft.com/office/drawing/2014/main" id="{CC35202D-2748-436E-9797-3231071C8704}"/>
              </a:ext>
            </a:extLst>
          </p:cNvPr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2345050" y="5061857"/>
            <a:ext cx="5596900" cy="12458700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2110929142"/>
      </p:ext>
    </p:extLst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TextBox 3">
            <a:extLst>
              <a:ext uri="{FF2B5EF4-FFF2-40B4-BE49-F238E27FC236}">
                <a16:creationId xmlns:a16="http://schemas.microsoft.com/office/drawing/2014/main" id="{9FF1101D-27CC-9367-2F0B-31DBD13F0A41}"/>
              </a:ext>
            </a:extLst>
          </p:cNvPr>
          <p:cNvSpPr txBox="1"/>
          <p:nvPr/>
        </p:nvSpPr>
        <p:spPr>
          <a:xfrm>
            <a:off x="751114" y="1600200"/>
            <a:ext cx="8784772" cy="193899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6000" dirty="0">
                <a:solidFill>
                  <a:srgbClr val="F05423"/>
                </a:solidFill>
                <a:latin typeface="Black Ops One" pitchFamily="2" charset="0"/>
              </a:rPr>
              <a:t>YOUR VISION.</a:t>
            </a:r>
          </a:p>
          <a:p>
            <a:pPr algn="ctr"/>
            <a:r>
              <a:rPr lang="en-US" sz="6000" dirty="0">
                <a:solidFill>
                  <a:srgbClr val="F05423"/>
                </a:solidFill>
                <a:latin typeface="Black Ops One" pitchFamily="2" charset="0"/>
              </a:rPr>
              <a:t>YOUR PARAMETERS.</a:t>
            </a:r>
          </a:p>
        </p:txBody>
      </p:sp>
      <p:sp>
        <p:nvSpPr>
          <p:cNvPr id="2" name="TextBox 1">
            <a:extLst>
              <a:ext uri="{FF2B5EF4-FFF2-40B4-BE49-F238E27FC236}">
                <a16:creationId xmlns:a16="http://schemas.microsoft.com/office/drawing/2014/main" id="{96A34A4D-99FD-0331-5000-8E3C232796B2}"/>
              </a:ext>
            </a:extLst>
          </p:cNvPr>
          <p:cNvSpPr txBox="1"/>
          <p:nvPr/>
        </p:nvSpPr>
        <p:spPr>
          <a:xfrm>
            <a:off x="751114" y="3641266"/>
            <a:ext cx="8801102" cy="58477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3200" dirty="0">
                <a:solidFill>
                  <a:schemeClr val="bg1"/>
                </a:solidFill>
                <a:latin typeface="Barlow" panose="00000500000000000000" pitchFamily="2" charset="0"/>
              </a:rPr>
              <a:t>Genre, mood, theme – you control the output</a:t>
            </a:r>
          </a:p>
        </p:txBody>
      </p:sp>
      <p:pic>
        <p:nvPicPr>
          <p:cNvPr id="7" name="Picture 6">
            <a:extLst>
              <a:ext uri="{FF2B5EF4-FFF2-40B4-BE49-F238E27FC236}">
                <a16:creationId xmlns:a16="http://schemas.microsoft.com/office/drawing/2014/main" id="{AD5E7557-F511-74C5-E46E-3A2E41CF6949}"/>
              </a:ext>
            </a:extLst>
          </p:cNvPr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2334047" y="4963886"/>
            <a:ext cx="5618906" cy="12507686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538353858"/>
      </p:ext>
    </p:extLst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TextBox 3">
            <a:extLst>
              <a:ext uri="{FF2B5EF4-FFF2-40B4-BE49-F238E27FC236}">
                <a16:creationId xmlns:a16="http://schemas.microsoft.com/office/drawing/2014/main" id="{9FF1101D-27CC-9367-2F0B-31DBD13F0A41}"/>
              </a:ext>
            </a:extLst>
          </p:cNvPr>
          <p:cNvSpPr txBox="1"/>
          <p:nvPr/>
        </p:nvSpPr>
        <p:spPr>
          <a:xfrm>
            <a:off x="751114" y="1600200"/>
            <a:ext cx="8784772" cy="193899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6000" dirty="0">
                <a:solidFill>
                  <a:srgbClr val="F05423"/>
                </a:solidFill>
                <a:latin typeface="Black Ops One" pitchFamily="2" charset="0"/>
              </a:rPr>
              <a:t>ONE SESSION.</a:t>
            </a:r>
          </a:p>
          <a:p>
            <a:pPr algn="ctr"/>
            <a:r>
              <a:rPr lang="en-US" sz="6000" dirty="0">
                <a:solidFill>
                  <a:srgbClr val="F05423"/>
                </a:solidFill>
                <a:latin typeface="Black Ops One" pitchFamily="2" charset="0"/>
              </a:rPr>
              <a:t>COMPLETE OUTPUT.</a:t>
            </a:r>
          </a:p>
        </p:txBody>
      </p:sp>
      <p:sp>
        <p:nvSpPr>
          <p:cNvPr id="2" name="TextBox 1">
            <a:extLst>
              <a:ext uri="{FF2B5EF4-FFF2-40B4-BE49-F238E27FC236}">
                <a16:creationId xmlns:a16="http://schemas.microsoft.com/office/drawing/2014/main" id="{96A34A4D-99FD-0331-5000-8E3C232796B2}"/>
              </a:ext>
            </a:extLst>
          </p:cNvPr>
          <p:cNvSpPr txBox="1"/>
          <p:nvPr/>
        </p:nvSpPr>
        <p:spPr>
          <a:xfrm>
            <a:off x="751114" y="3641266"/>
            <a:ext cx="8801102" cy="58477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3200" dirty="0">
                <a:solidFill>
                  <a:schemeClr val="bg1"/>
                </a:solidFill>
                <a:latin typeface="Barlow" panose="00000500000000000000" pitchFamily="2" charset="0"/>
              </a:rPr>
              <a:t>Prompts, lyrics, and artwork in Metal Forge</a:t>
            </a:r>
          </a:p>
        </p:txBody>
      </p:sp>
      <p:pic>
        <p:nvPicPr>
          <p:cNvPr id="5" name="Picture 4">
            <a:extLst>
              <a:ext uri="{FF2B5EF4-FFF2-40B4-BE49-F238E27FC236}">
                <a16:creationId xmlns:a16="http://schemas.microsoft.com/office/drawing/2014/main" id="{10D7ED87-79A0-C77D-D766-8BAC96B435C7}"/>
              </a:ext>
            </a:extLst>
          </p:cNvPr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2257025" y="4852639"/>
            <a:ext cx="5772949" cy="12850586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2260787145"/>
      </p:ext>
    </p:extLst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TextBox 3">
            <a:extLst>
              <a:ext uri="{FF2B5EF4-FFF2-40B4-BE49-F238E27FC236}">
                <a16:creationId xmlns:a16="http://schemas.microsoft.com/office/drawing/2014/main" id="{9FF1101D-27CC-9367-2F0B-31DBD13F0A41}"/>
              </a:ext>
            </a:extLst>
          </p:cNvPr>
          <p:cNvSpPr txBox="1"/>
          <p:nvPr/>
        </p:nvSpPr>
        <p:spPr>
          <a:xfrm>
            <a:off x="751114" y="1600200"/>
            <a:ext cx="8784772" cy="193899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6000" dirty="0">
                <a:solidFill>
                  <a:srgbClr val="F05423"/>
                </a:solidFill>
                <a:latin typeface="Black Ops One" pitchFamily="2" charset="0"/>
              </a:rPr>
              <a:t>5 DAYS FREE.</a:t>
            </a:r>
          </a:p>
          <a:p>
            <a:pPr algn="ctr"/>
            <a:r>
              <a:rPr lang="en-US" sz="6000" dirty="0">
                <a:solidFill>
                  <a:srgbClr val="F05423"/>
                </a:solidFill>
                <a:latin typeface="Black Ops One" pitchFamily="2" charset="0"/>
              </a:rPr>
              <a:t>NO CREDIT CARD.</a:t>
            </a:r>
          </a:p>
        </p:txBody>
      </p:sp>
      <p:sp>
        <p:nvSpPr>
          <p:cNvPr id="2" name="TextBox 1">
            <a:extLst>
              <a:ext uri="{FF2B5EF4-FFF2-40B4-BE49-F238E27FC236}">
                <a16:creationId xmlns:a16="http://schemas.microsoft.com/office/drawing/2014/main" id="{96A34A4D-99FD-0331-5000-8E3C232796B2}"/>
              </a:ext>
            </a:extLst>
          </p:cNvPr>
          <p:cNvSpPr txBox="1"/>
          <p:nvPr/>
        </p:nvSpPr>
        <p:spPr>
          <a:xfrm>
            <a:off x="751114" y="3641266"/>
            <a:ext cx="8801102" cy="1077218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3200" dirty="0">
                <a:solidFill>
                  <a:schemeClr val="bg1"/>
                </a:solidFill>
                <a:latin typeface="Barlow" panose="00000500000000000000" pitchFamily="2" charset="0"/>
              </a:rPr>
              <a:t>Full access from day one – monthly or annual subscriptions</a:t>
            </a:r>
          </a:p>
        </p:txBody>
      </p:sp>
      <p:pic>
        <p:nvPicPr>
          <p:cNvPr id="5" name="Picture 4">
            <a:extLst>
              <a:ext uri="{FF2B5EF4-FFF2-40B4-BE49-F238E27FC236}">
                <a16:creationId xmlns:a16="http://schemas.microsoft.com/office/drawing/2014/main" id="{297A2A90-0DC7-50F1-1E61-D14D8AE0FB62}"/>
              </a:ext>
            </a:extLst>
          </p:cNvPr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2427515" y="5949042"/>
            <a:ext cx="5448300" cy="9753600"/>
          </a:xfrm>
          <a:prstGeom prst="rect">
            <a:avLst/>
          </a:prstGeom>
          <a:ln w="38100">
            <a:solidFill>
              <a:schemeClr val="accent3">
                <a:lumMod val="60000"/>
                <a:lumOff val="40000"/>
              </a:schemeClr>
            </a:solidFill>
          </a:ln>
        </p:spPr>
      </p:pic>
    </p:spTree>
    <p:extLst>
      <p:ext uri="{BB962C8B-B14F-4D97-AF65-F5344CB8AC3E}">
        <p14:creationId xmlns:p14="http://schemas.microsoft.com/office/powerpoint/2010/main" val="3811364302"/>
      </p:ext>
    </p:extLst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 Theme">
      <a:dk1>
        <a:sysClr val="windowText" lastClr="000000"/>
      </a:dk1>
      <a:lt1>
        <a:sysClr val="window" lastClr="FFFFFF"/>
      </a:lt1>
      <a:dk2>
        <a:srgbClr val="0E2841"/>
      </a:dk2>
      <a:lt2>
        <a:srgbClr val="E8E8E8"/>
      </a:lt2>
      <a:accent1>
        <a:srgbClr val="156082"/>
      </a:accent1>
      <a:accent2>
        <a:srgbClr val="E97132"/>
      </a:accent2>
      <a:accent3>
        <a:srgbClr val="196B24"/>
      </a:accent3>
      <a:accent4>
        <a:srgbClr val="0F9ED5"/>
      </a:accent4>
      <a:accent5>
        <a:srgbClr val="A02B93"/>
      </a:accent5>
      <a:accent6>
        <a:srgbClr val="4EA72E"/>
      </a:accent6>
      <a:hlink>
        <a:srgbClr val="467886"/>
      </a:hlink>
      <a:folHlink>
        <a:srgbClr val="96607D"/>
      </a:folHlink>
    </a:clrScheme>
    <a:fontScheme name="Office Theme">
      <a:majorFont>
        <a:latin typeface="Aptos Display" panose="0211000402020202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Aptos" panose="0211000402020202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 Them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  <a:ln w="2540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  <a:extLst>
    <a:ext uri="{05A4C25C-085E-4340-85A3-A5531E510DB2}">
      <thm15:themeFamily xmlns:thm15="http://schemas.microsoft.com/office/thememl/2012/main" name="Office Theme" id="{2E142A2C-CD16-42D6-873A-C26D2A0506FA}" vid="{1BDDFF52-6CD6-40A5-AB3C-68EB2F1E4D0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emplate>Office Theme</Template>
  <TotalTime>78</TotalTime>
  <Words>112</Words>
  <Application>Microsoft Office PowerPoint</Application>
  <PresentationFormat>Custom</PresentationFormat>
  <Paragraphs>23</Paragraphs>
  <Slides>8</Slides>
  <Notes>0</Notes>
  <HiddenSlides>0</HiddenSlides>
  <MMClips>0</MMClips>
  <ScaleCrop>false</ScaleCrop>
  <HeadingPairs>
    <vt:vector size="6" baseType="variant">
      <vt:variant>
        <vt:lpstr>Fonts Used</vt:lpstr>
      </vt:variant>
      <vt:variant>
        <vt:i4>5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8</vt:i4>
      </vt:variant>
    </vt:vector>
  </HeadingPairs>
  <TitlesOfParts>
    <vt:vector size="14" baseType="lpstr">
      <vt:lpstr>Aptos</vt:lpstr>
      <vt:lpstr>Aptos Display</vt:lpstr>
      <vt:lpstr>Arial</vt:lpstr>
      <vt:lpstr>Barlow</vt:lpstr>
      <vt:lpstr>Black Ops One</vt:lpstr>
      <vt:lpstr>Office Theme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</vt:vector>
  </TitlesOfParts>
  <Company/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creator>John Kastel</dc:creator>
  <cp:lastModifiedBy>John Kastel</cp:lastModifiedBy>
  <cp:revision>4</cp:revision>
  <dcterms:created xsi:type="dcterms:W3CDTF">2026-06-03T19:48:14Z</dcterms:created>
  <dcterms:modified xsi:type="dcterms:W3CDTF">2026-06-03T22:28:39Z</dcterms:modified>
</cp:coreProperties>
</file>